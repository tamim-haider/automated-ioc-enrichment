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377440"/>
            <a:ext cx="2926080" cy="29260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and Prevention Platform for Cyberbullying in Bangla, Banglish, and English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•  Assess  •  Prevent  •  Protect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harm before it spreads.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is done before help arrives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25603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974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reacts only after abusive content is posted, so victims are already hurt.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gap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6974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target English. Bangla and romanized Banglish are poorly supported.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371600"/>
            <a:ext cx="25603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view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6974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is treated as yes/no, with no risk level, escalation tracking, or victim support.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damaged mental health, self-confidence, academic performance, and social well-being.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six layers, one learning loop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detection, Banglish to Bangla, noise removal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01952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Bullying, type, emotion, victim distress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55264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64992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6499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Risk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Toxicity, severity 0-100, escalation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08576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18304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18304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Warnings, better replies, support links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61888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7161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71616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071616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block, get help, moderator alert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1325880"/>
            <a:ext cx="1261872" cy="2331720"/>
          </a:xfrm>
          <a:prstGeom prst="roundRect">
            <a:avLst>
              <a:gd name="adj" fmla="val 579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24928" y="14630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24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424928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24928" y="2331720"/>
            <a:ext cx="1069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statistics, high-risk cases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learning: moderator feedback and new labeled data flow back to keep models current with new slang and abuse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Bangla, Banglish, and English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35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56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1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Banglish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62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47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 •  BanglaBERT  •  XLM-RoBERTa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132588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56432" y="148132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564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detection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or non-bullying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1031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56432" y="225856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643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classification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2468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Harassment, hate speech, threat, offensive language, personal attack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28803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56432" y="303580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56432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29718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3246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Anger, fear, sadness, aggression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65760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56432" y="3813048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5643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distress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emotional harm in the target’s replies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that triggers the right response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34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234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123444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801368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0136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8013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18013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21-40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18013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warning to sender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368296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68296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3682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3682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41-60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236829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and rewrite suggestion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935224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93522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DC4A4A"/>
          </a:solidFill>
          <a:ln w="12700">
            <a:solidFill>
              <a:srgbClr val="DC4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9352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9352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61-80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293522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alert; support offered to target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502152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502152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9B1C31"/>
          </a:solidFill>
          <a:ln w="12700">
            <a:solidFill>
              <a:srgbClr val="9B1C3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502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35021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81-100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350215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human review; block option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100 · (w₁T + w₂S + w₃E)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 toxicity  •  S severity  •  E escalation probability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AND RESPONSE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warning to protection, with humans in the loop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warnings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Better-response suggestions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communication guidance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support resources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39319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content or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offenders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help resources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alert for review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490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 </a:t>
            </a:r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admins and moderators risk trends, category-wise statistics, and high-risk users and communities. High-impact actions always need human review to limit model errors.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EVALUATION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tools, measured rigorously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459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164592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16459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23160" y="221284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23160" y="2212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7797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23160" y="2779776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27797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467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645920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1719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type, emotion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1984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macro-F1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59152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359152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2697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MAE; Spearman vs. human ratings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72384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072384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3410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AUROC, F1, lead 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78561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85616"/>
            <a:ext cx="73152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3858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4123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Latency; moderator workload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480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separately on Bangla, Banglish, English, and code-mixed text.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ETHICS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online spaces for Bangla-speaking communities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incidents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well-being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1600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00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and anonymization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for high-impact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audits across dialects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Educational, not punitive, warnings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200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annotated Bangla/Banglish corpus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and benchmark models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moderators and users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CyberShield AI  |  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AI - Pitch Deck</dc:title>
  <dc:subject>PptxGenJS Presentation</dc:subject>
  <dc:creator>PptxGenJS</dc:creator>
  <cp:lastModifiedBy>PptxGenJS</cp:lastModifiedBy>
  <cp:revision>1</cp:revision>
  <dcterms:created xsi:type="dcterms:W3CDTF">2026-10-05T16:34:49Z</dcterms:created>
  <dcterms:modified xsi:type="dcterms:W3CDTF">2026-10-05T16:34:49Z</dcterms:modified>
</cp:coreProperties>
</file>